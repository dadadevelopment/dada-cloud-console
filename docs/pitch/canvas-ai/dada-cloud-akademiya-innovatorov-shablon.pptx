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24387175" cy="13716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7175" cy="13716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7175" cy="13716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7175" cy="13716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7175" cy="13716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7175" cy="13716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7175" cy="13716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7175" cy="13716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7175" cy="13716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7175" cy="13716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7175" cy="13716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